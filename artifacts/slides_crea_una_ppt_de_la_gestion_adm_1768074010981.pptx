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gestion administrativa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por IliaGPT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administrativa es el conjunto de actividades y procesos para planificar, organizar, dirigir y controlar los recursos de una organización.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objetivo principal es garantizar la eficiencia y eficacia en el uso de recursos humanos, financieros y materiales.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fundamental para el éxito y la sostenibilidad de cualquier tipo de empresa u organización.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 la toma de decisiones estratégicas y operativas para alcanzar metas establecidas.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los procesos internos, reduciendo costos y aumentando la productividad.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la coordinación entre departamentos, promoviendo un trabajo en equipo efectivo.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 anticipar problemas y a implementar soluciones de manera proactiva.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Contribuye al cumplimiento de objetivos organizacionales a corto, mediano y largo plazo.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Principales Funciones de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**Planificación:** Definir objetivos y establecer estrategias para alcanzarlos.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**Organización:** Estructurar recursos y tareas para un funcionamiento eficiente.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**Dirección:** Liderar y motivar al personal para cumplir con las metas establecidas.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**Control:** Monitorear el desempeño y corregir desviaciones en los procesos.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para una Gestión Administrativa Eficiente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software de gestión (ERP, CRM) para automatizar procesos y centralizar información.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de indicadores clave de desempeño (KPIs) para medir resultados.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continua del personal para mejorar competencias y adaptarse a cambios.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metodologías como Lean o Six Sigma para optimizar operaciones.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Actuales en la Gestión Administrativa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Adaptación a la transformación digital y la integración de nuevas tecnologías.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talento humano en entornos híbridos o remotos.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normativas legales y éticas en un entorno globalizado.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la incertidumbre económica y cambios en el mercado.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y Recomendaciones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administrativa es un pilar clave para el crecimiento y la competitividad organizacional.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recomienda invertir en tecnología y formación para mantenerse actualizado.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Fomentar una cultura de mejora continua y adaptabilidad al cambio.</a:t>
            </a:r>
            <a:endParaRPr lang="en-US" sz="1800" dirty="0"/>
          </a:p>
          <a:p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la comunicación efectiva y la alineación de objetivos en todos los niveles.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 administrativa</dc:title>
  <dc:subject>PptxGenJS Presentation</dc:subject>
  <dc:creator>IliaGPT</dc:creator>
  <cp:lastModifiedBy>IliaGPT</cp:lastModifiedBy>
  <cp:revision>1</cp:revision>
  <dcterms:created xsi:type="dcterms:W3CDTF">2026-01-10T19:40:20Z</dcterms:created>
  <dcterms:modified xsi:type="dcterms:W3CDTF">2026-01-10T19:40:20Z</dcterms:modified>
</cp:coreProperties>
</file>