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generada por IliaGPT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de enero de 2026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Analizar inteligencia artificial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5 fuentes académicas y 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Presentar hallazgos clave y visualizaciones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Principal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Inteligencia artificial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- Wikipedia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(cont.)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inteligencia artificial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 de gráfica: bar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ilustrativos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5 fuentes sobre inteligencia artificial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5 fuentes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visualizaciones generadas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Referencias (APA 7ma ed.)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Rouhiainen (2018). Inteligencia artificial. Recuperado de https://camtamaulipas.edu.mx/libreria/files/original/3a4c8164ee4715e2748eee3a7eb7cd3b.pdf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 Boden (2017). Inteligencia artificial. Recuperado de https://books.google.com/books?hl=es&amp;lr=&amp;id=LCnYDwAAQBAJ&amp;oi=fnd&amp;pg=PT3&amp;dq=inteligencia+artificial&amp;ots=dsVtvZdMjc&amp;sig=ng6JgKQVa5hUzDhItOQy2e51KkY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JC Ponce Gallegos, A Torres Soto… (2014). Inteligencia artificial. Recuperado de https://rephip.unr.edu.ar/bitstream/handle/2133/17686/1520250496_Inteligencia-Artificial-CC-BY-SA-3.0-86.pdf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Web. (2026). Artificial intelligence - Wikipedia. Recuperado de https://en.wikipedia.org/wiki/Artificial_intelligence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Web. (2026). OpenAI. Recuperado de https://openai.com/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</dc:title>
  <dc:subject>PptxGenJS Presentation</dc:subject>
  <dc:creator>IliaGPT</dc:creator>
  <cp:lastModifiedBy>IliaGPT</cp:lastModifiedBy>
  <cp:revision>1</cp:revision>
  <dcterms:created xsi:type="dcterms:W3CDTF">2026-01-10T21:05:40Z</dcterms:created>
  <dcterms:modified xsi:type="dcterms:W3CDTF">2026-01-10T21:05:40Z</dcterms:modified>
</cp:coreProperties>
</file>