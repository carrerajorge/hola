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elon mask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Visionario: Elon Musk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de Tesla, SpaceX y Neuralink.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Innovador en tecnología y sostenibilidad.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de los hombres más influyentes del mundo.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Revolucionando el Transporte con Tesla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en vehículos eléctricos de lujo.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en baterías y autonomía.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con un futuro sostenible.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Conquistando el Espacio con SpaceX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Pionero en cohetes reutilizables.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Misión: colonizar Marte con Starship.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históricos con la NASA.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Neuralink: El Futuro de la Mente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para conectar cerebro y máquinas.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Potencial para tratar enfermedades neurológicas.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fusionar humanos con IA.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Controversias y Liderazgo Único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de liderazgo audaz y directo.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Polémicas en redes sociales y decisiones.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Inspiración para emprendedores globales.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Global de Elon Musk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 industrias con ideas disruptivas.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Influencia en tecnología, energía y espacio.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Legado de innovación y riesgo.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elon mask</dc:title>
  <dc:subject>PptxGenJS Presentation</dc:subject>
  <dc:creator>IliaGPT</dc:creator>
  <cp:lastModifiedBy>IliaGPT</cp:lastModifiedBy>
  <cp:revision>1</cp:revision>
  <dcterms:created xsi:type="dcterms:W3CDTF">2026-01-15T21:41:26Z</dcterms:created>
  <dcterms:modified xsi:type="dcterms:W3CDTF">2026-01-15T21:41:26Z</dcterms:modified>
</cp:coreProperties>
</file>