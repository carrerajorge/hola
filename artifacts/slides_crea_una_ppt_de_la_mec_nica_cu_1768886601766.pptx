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mecánica cuántica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con AI por IliaGPT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Bienvenidos al Mundo Cuántico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mecánica cuántica redefine nuestra comprensión del universo.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 fenómenos a escalas subatómicas y atómicas.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Revolucionó la física moderna desde el siglo XX.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Mecánica Cuántica?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de la física que describe partículas diminutas.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conceptos como superposición y entrelazamiento.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Rompe con las leyes clásicas de Newton.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Clave del Universo Cuántico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Dualidad onda-partícula: la materia actúa como ambas.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de incertidumbre: posición y velocidad impredecibles.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Superposición: partículas en múltiples estados simultáneamente.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Entrelazamiento: Conexión Instantánea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Partículas entrelazadas comparten estados a distancia.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en una afectan instantáneamente a la otra.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para tecnologías como la computación cuántica.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Revolucionarias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Computación cuántica: velocidad de procesamiento exponencial.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Criptografía cuántica: seguridad prácticamente inquebrantable.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ultraprecisos para medicina y ciencia.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del Mundo Cuántico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Interpretaciones diversas generan debates científicos.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Mediciones alteran el estado de las partículas.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 matemática limita su comprensión total.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mecánica cuántica</dc:title>
  <dc:subject>PptxGenJS Presentation</dc:subject>
  <dc:creator>IliaGPT</dc:creator>
  <cp:lastModifiedBy>IliaGPT</cp:lastModifiedBy>
  <cp:revision>1</cp:revision>
  <dcterms:created xsi:type="dcterms:W3CDTF">2026-01-20T05:23:36Z</dcterms:created>
  <dcterms:modified xsi:type="dcterms:W3CDTF">2026-01-20T05:23:36Z</dcterms:modified>
</cp:coreProperties>
</file>