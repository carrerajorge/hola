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 de ventas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 a Nuestra Propuesta de Ventas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emocionados de presentar nuestra solución única.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objetivo: maximizar tu crecimiento y éxito.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Descubre cómo podemos transformar tus resultados.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Enfrentas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ventas estancadas afectan tu rentabilidad.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feroz reduce tu cuota de mercado.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estrategias innovadoras limita tu alcance.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Solución Innovadora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Ofrecemos herramientas personalizadas para aumentar ventas.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Estrategias basadas en datos para decisiones efectivas.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continuo para adaptarnos a tus necesidades.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Clave para 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de ingresos en un 30% promedio.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engagement con tus clientes objetivo.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costos operativos con eficiencia.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Éxito Reales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X incrementó ventas en 45% en 6 meses.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mejoró su retención en un 25%.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comprobados con empresas como la tuya.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Juntos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una demo personalizada esta semana.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Evaluemos tus necesidades específicas sin compromiso.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Comienza tu transformación hoy mismo.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 ventas</dc:title>
  <dc:subject>PptxGenJS Presentation</dc:subject>
  <dc:creator>IliaGPT</dc:creator>
  <cp:lastModifiedBy>IliaGPT</cp:lastModifiedBy>
  <cp:revision>1</cp:revision>
  <dcterms:created xsi:type="dcterms:W3CDTF">2026-01-18T22:36:38Z</dcterms:created>
  <dcterms:modified xsi:type="dcterms:W3CDTF">2026-01-18T22:36:38Z</dcterms:modified>
</cp:coreProperties>
</file>