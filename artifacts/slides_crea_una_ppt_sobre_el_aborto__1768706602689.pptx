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aborto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 con AI por IliaGPT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Aborto: Un Debate Global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aborto es un tema de discusión en todo el mundo.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leyes varían según países y culturas.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Impacta derechos humanos, salud y ética.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Histórico del Aborto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Prácticas de aborto datan de civilizaciones antiguas.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siglo XX, se intensificó el debate legal.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Movimientos feministas impulsaron cambios en políticas.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Perspectivas Legales Actuales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Algunos países permiten el aborto sin restricciones.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Otros lo prohíben o limitan severamente.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leyes reflejan valores culturales y religiosos.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en la Salud Pública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Abortos inseguros causan miles de muertes anuales.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servicios seguros reduce riesgos maternos.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educación sexual es clave para la prevención.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Dilemas Éticos y Sociales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Choque entre derechos de la mujer y del feto.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Influencia de religión y moral en opiniones.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Estigma social afecta decisiones personales.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Clave del Aborto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 cada 4 mujeres ha tenido un aborto.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millones de abortos anuales a nivel global.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mayoría ocurre en países en desarrollo.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Hacia un Futuro Equitativo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Promover acceso a salud reproductiva es esencial.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 estigma fomenta diálogo abierto.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Políticas basadas en evidencia benefician a todos.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aborto</dc:title>
  <dc:subject>PptxGenJS Presentation</dc:subject>
  <dc:creator>IliaGPT</dc:creator>
  <cp:lastModifiedBy>IliaGPT</cp:lastModifiedBy>
  <cp:revision>1</cp:revision>
  <dcterms:created xsi:type="dcterms:W3CDTF">2026-01-18T03:23:40Z</dcterms:created>
  <dcterms:modified xsi:type="dcterms:W3CDTF">2026-01-18T03:23:40Z</dcterms:modified>
</cp:coreProperties>
</file>