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01168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 ia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31520" y="36576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Generado con AI por IliaGPT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0" y="5056632"/>
            <a:ext cx="9144000" cy="91440"/>
          </a:xfrm>
          <a:prstGeom prst="rect">
            <a:avLst/>
          </a:prstGeom>
          <a:solidFill>
            <a:srgbClr val="14B8A6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5029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Bienvenidos al Futuro con IA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5029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1200"/>
              </a:spcAft>
            </a:pPr>
            <a:r>
              <a:rPr lang="en-US" sz="18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Inteligencia Artificial está transformando nuestro mundo.</a:t>
            </a:r>
            <a:endParaRPr lang="en-US" sz="1800" dirty="0"/>
          </a:p>
          <a:p>
            <a:pPr>
              <a:spcAft>
                <a:spcPts val="1200"/>
              </a:spcAft>
            </a:pPr>
            <a:r>
              <a:rPr lang="en-US" sz="18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Desde negocios hasta vida diaria, IA es clave.</a:t>
            </a:r>
            <a:endParaRPr lang="en-US" sz="1800" dirty="0"/>
          </a:p>
          <a:p>
            <a:pPr>
              <a:spcAft>
                <a:spcPts val="1200"/>
              </a:spcAft>
            </a:pPr>
            <a:r>
              <a:rPr lang="en-US" sz="18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Descubre cómo impacta y evoluciona hoy.</a:t>
            </a:r>
            <a:endParaRPr lang="en-US" sz="18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0" y="731520"/>
            <a:ext cx="3108960" cy="3840480"/>
          </a:xfrm>
          <a:prstGeom prst="ellipse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5056632"/>
            <a:ext cx="9144000" cy="9144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7" name="Text 4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5029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¿Qué es la Inteligencia Artificial?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5029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1200"/>
              </a:spcAft>
            </a:pPr>
            <a:r>
              <a:rPr lang="en-US" sz="18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IA simula inteligencia humana mediante algoritmos avanzados.</a:t>
            </a:r>
            <a:endParaRPr lang="en-US" sz="1800" dirty="0"/>
          </a:p>
          <a:p>
            <a:pPr>
              <a:spcAft>
                <a:spcPts val="1200"/>
              </a:spcAft>
            </a:pPr>
            <a:r>
              <a:rPr lang="en-US" sz="18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Aprende, razona y soluciona problemas complejos.</a:t>
            </a:r>
            <a:endParaRPr lang="en-US" sz="1800" dirty="0"/>
          </a:p>
          <a:p>
            <a:pPr>
              <a:spcAft>
                <a:spcPts val="1200"/>
              </a:spcAft>
            </a:pPr>
            <a:r>
              <a:rPr lang="en-US" sz="18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Ejemplos: asistentes virtuales y análisis predictivo.</a:t>
            </a:r>
            <a:endParaRPr lang="en-US" sz="18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0" y="731520"/>
            <a:ext cx="3108960" cy="3840480"/>
          </a:xfrm>
          <a:prstGeom prst="ellipse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5056632"/>
            <a:ext cx="9144000" cy="9144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7" name="Text 4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5029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IA en la Vida Cotidiana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5029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1200"/>
              </a:spcAft>
            </a:pPr>
            <a:r>
              <a:rPr lang="en-US" sz="18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Siri, Alexa y Google Assistant facilitan tareas.</a:t>
            </a:r>
            <a:endParaRPr lang="en-US" sz="1800" dirty="0"/>
          </a:p>
          <a:p>
            <a:pPr>
              <a:spcAft>
                <a:spcPts val="1200"/>
              </a:spcAft>
            </a:pPr>
            <a:r>
              <a:rPr lang="en-US" sz="18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Recomendaciones personalizadas en Netflix y Spotify.</a:t>
            </a:r>
            <a:endParaRPr lang="en-US" sz="1800" dirty="0"/>
          </a:p>
          <a:p>
            <a:pPr>
              <a:spcAft>
                <a:spcPts val="1200"/>
              </a:spcAft>
            </a:pPr>
            <a:r>
              <a:rPr lang="en-US" sz="18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Automatización del hogar con dispositivos inteligentes.</a:t>
            </a:r>
            <a:endParaRPr lang="en-US" sz="18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0" y="731520"/>
            <a:ext cx="3108960" cy="3840480"/>
          </a:xfrm>
          <a:prstGeom prst="ellipse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5056632"/>
            <a:ext cx="9144000" cy="9144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7" name="Text 4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Transformación de Industrias con IA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1200"/>
              </a:spcAft>
            </a:pPr>
            <a:r>
              <a:rPr lang="en-US" sz="18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Salud: diagnóstico preciso mediante análisis de datos.</a:t>
            </a:r>
            <a:endParaRPr lang="en-US" sz="1800" dirty="0"/>
          </a:p>
          <a:p>
            <a:pPr>
              <a:spcAft>
                <a:spcPts val="1200"/>
              </a:spcAft>
            </a:pPr>
            <a:r>
              <a:rPr lang="en-US" sz="18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Finanzas: detección de fraudes en tiempo real.</a:t>
            </a:r>
            <a:endParaRPr lang="en-US" sz="1800" dirty="0"/>
          </a:p>
          <a:p>
            <a:pPr>
              <a:spcAft>
                <a:spcPts val="1200"/>
              </a:spcAft>
            </a:pPr>
            <a:r>
              <a:rPr lang="en-US" sz="18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Retail: personalización de experiencias de compra.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0" y="5056632"/>
            <a:ext cx="9144000" cy="9144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Beneficios y Desafíos de la IA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1200"/>
              </a:spcAft>
            </a:pPr>
            <a:r>
              <a:rPr lang="en-US" sz="18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Beneficio: Eficiencia y productividad sin precedentes.</a:t>
            </a:r>
            <a:endParaRPr lang="en-US" sz="1800" dirty="0"/>
          </a:p>
          <a:p>
            <a:pPr>
              <a:spcAft>
                <a:spcPts val="1200"/>
              </a:spcAft>
            </a:pPr>
            <a:r>
              <a:rPr lang="en-US" sz="18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Desafío: Preocupaciones éticas y pérdida de empleos.</a:t>
            </a:r>
            <a:endParaRPr lang="en-US" sz="1800" dirty="0"/>
          </a:p>
          <a:p>
            <a:pPr>
              <a:spcAft>
                <a:spcPts val="1200"/>
              </a:spcAft>
            </a:pPr>
            <a:r>
              <a:rPr lang="en-US" sz="18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Equilibrio necesario para un futuro sostenible.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0" y="5056632"/>
            <a:ext cx="9144000" cy="9144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Futuro de la IA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1200"/>
              </a:spcAft>
            </a:pPr>
            <a:r>
              <a:rPr lang="en-US" sz="18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Innovaciones como autos autónomos y medicina personalizada.</a:t>
            </a:r>
            <a:endParaRPr lang="en-US" sz="1800" dirty="0"/>
          </a:p>
          <a:p>
            <a:pPr>
              <a:spcAft>
                <a:spcPts val="1200"/>
              </a:spcAft>
            </a:pPr>
            <a:r>
              <a:rPr lang="en-US" sz="18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Mayor integración en educación y trabajo.</a:t>
            </a:r>
            <a:endParaRPr lang="en-US" sz="1800" dirty="0"/>
          </a:p>
          <a:p>
            <a:pPr>
              <a:spcAft>
                <a:spcPts val="1200"/>
              </a:spcAft>
            </a:pPr>
            <a:r>
              <a:rPr lang="en-US" sz="18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IA definirá el mañana, ¿estás listo?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0" y="5056632"/>
            <a:ext cx="9144000" cy="9144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 ia</dc:title>
  <dc:subject>PptxGenJS Presentation</dc:subject>
  <dc:creator>IliaGPT</dc:creator>
  <cp:lastModifiedBy>IliaGPT</cp:lastModifiedBy>
  <cp:revision>1</cp:revision>
  <dcterms:created xsi:type="dcterms:W3CDTF">2026-01-10T20:28:29Z</dcterms:created>
  <dcterms:modified xsi:type="dcterms:W3CDTF">2026-01-10T20:28:29Z</dcterms:modified>
</cp:coreProperties>
</file>