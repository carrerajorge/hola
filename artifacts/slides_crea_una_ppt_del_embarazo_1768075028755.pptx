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embarazo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por IliaGPT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al Embarazo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embarazo es un proceso biológico que dura aproximadamente 40 semanas.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Comienza con la fertilización del óvulo por el espermatozoide.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divide en tres trimestres, cada uno con características específicas.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período de grandes cambios físicos y emocionales para la madre.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atención médica es esencial para garantizar la salud de la madre y el bebé.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del Embarazo: Primer Trimestre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Comprende las primeras 12 semanas de gestación.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Formación de los órganos principales del feto.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Síntomas comunes: náuseas, fatiga y cambios de humor.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de iniciar el control prenatal con un médico.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recomiendan suplementos como ácido fólico para prevenir defectos congénitos.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del Embarazo: Segundo Trimestre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de la semana 13 a la 27.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feto comienza a moverse y la madre lo percibe (movimientos fetales).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Disminuyen las náuseas, pero pueden aparecer dolores de espalda.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buen momento para realizar ecografías y conocer el sexo del bebé.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madre debe mantener una dieta equilibrada y actividad física moderada.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del Embarazo: Tercer Trimestre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Abarca de la semana 28 hasta el parto.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bebé gana peso rápidamente y se prepara para el nacimiento.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Síntomas como hinchazón y dificultad para dormir son comunes.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incrementan las consultas médicas para monitorear el parto.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para el nacimiento: plan de parto y clases prenatales.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Cuidados Durante el Embarazo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una alimentación rica en nutrientes esenciales.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el consumo de alcohol, tabaco y drogas.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Realizar ejercicio moderado, como caminar o yoga prenatal.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 el estrés mediante técnicas de relajación.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Dormir lo suficiente y en posiciones adecuadas.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Preparativos para el Parto y Posparto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entre parto natural o cesárea, según recomendaciones médicas.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 una bolsa con lo necesario para el hospital.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los signos de trabajo de parto para actuar a tiempo.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 el apoyo posparto (familia, amigos o profesionales).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Informarse sobre la lactancia y el cuidado del recién nacido.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embarazo</dc:title>
  <dc:subject>PptxGenJS Presentation</dc:subject>
  <dc:creator>IliaGPT</dc:creator>
  <cp:lastModifiedBy>IliaGPT</cp:lastModifiedBy>
  <cp:revision>1</cp:revision>
  <dcterms:created xsi:type="dcterms:W3CDTF">2026-01-10T19:57:34Z</dcterms:created>
  <dcterms:modified xsi:type="dcterms:W3CDTF">2026-01-10T19:57:34Z</dcterms:modified>
</cp:coreProperties>
</file>