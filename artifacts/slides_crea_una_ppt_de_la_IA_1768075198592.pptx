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IliaGPT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Inteligencia Artificial (IA)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(IA) es la simulación de procesos de inteligencia humana por parte de máquinas, especialmente sistemas informáticos.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áreas como el aprendizaje automático, el procesamiento del lenguaje natural y la visión por computadora.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objetivo es automatizar tareas, mejorar la toma de decisiones y resolver problemas complejos.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está transformando industrias como la salud, las finanzas y la educación.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y Evolución de la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comenzó formalmente en 1956 con la Conferencia de Dartmouth, donde se acuñó el término.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décadas de 1960-70, surgieron los primeros sistemas expertos y algoritmos básicos.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auge del aprendizaje profundo en la década de 2010 impulsó avances significativos gracias a grandes datos y mayor capacidad computacional.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la IA es omnipresente, desde asistentes virtuales hasta coches autónomos.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Inteligencia Artificial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Estrecha: Diseñada para tareas específicas, como Siri o sistemas de recomendación.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General: En desarrollo, busca replicar la inteligencia humana en un amplio rango de actividades.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Súper Inteligente: Concepto teórico que supera la inteligencia humana; plantea dilemas éticos.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actuales se centran en la IA estrecha, con aplicaciones prácticas en la vida diaria.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de la IA en la Actualidad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salud, la IA ayuda en diagnósticos precisos y análisis de imágenes médicas.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finanzas, optimiza la detección de fraudes y la gestión de riesgos.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industria, automatiza procesos mediante robótica y análisis predictivo.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entretenimiento, personaliza experiencias con algoritmos de recomendación (Netflix, Spotify).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y Desafíos de la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Beneficios: Incrementa la eficiencia, reduce costos y permite innovaciones disruptivas.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Desafíos: Problemas éticos, como la privacidad de datos y el sesgo en los algoritmos.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laboral: Automatización puede desplazar empleos, pero también crear nuevas oportunidades.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para garantizar un uso responsable y equitativo.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Futuro de la Inteligencia Artificial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espera que la IA continúe integrándose en todos los aspectos de la vida cotidiana.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en IA general podrían revolucionar la resolución de problemas globales, como el cambio climático.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colaboración entre humanos e IA será clave para maximizar beneficios y minimizar riesgos.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la educación y la adaptación para prepararse ante los cambios tecnológicos.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</dc:title>
  <dc:subject>PptxGenJS Presentation</dc:subject>
  <dc:creator>IliaGPT</dc:creator>
  <cp:lastModifiedBy>IliaGPT</cp:lastModifiedBy>
  <cp:revision>1</cp:revision>
  <dcterms:created xsi:type="dcterms:W3CDTF">2026-01-10T20:00:11Z</dcterms:created>
  <dcterms:modified xsi:type="dcterms:W3CDTF">2026-01-10T20:00:11Z</dcterms:modified>
</cp:coreProperties>
</file>