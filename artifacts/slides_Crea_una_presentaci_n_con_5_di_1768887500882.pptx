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la medicina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Revolución de la IA en la Medicina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está transformando el diagnóstico y tratamiento médico.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precisión y rapidez en análisis clínicos.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errores humanos en procedimientos críticos.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Diagnósticos Más Rápidos y Precisos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detectan enfermedades en imágenes médicas.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Identifican patrones invisibles al ojo humano.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Aceleran diagnósticos de cáncer y enfermedades raras.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 de Tratamientos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adapta terapias según datos del paciente.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 respuestas a medicamentos específicos.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planes de tratamiento a largo plazo.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Cirugías Asistidas por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guiados por IA aumentan precisión quirúrgica.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Reducen riesgos y tiempo de recuperación.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 en procedimientos complejos y delicados.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Éticos y Futuro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Preocupaciones sobre privacidad de datos médicos.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regulaciones claras para IA médica.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para democratizar la salud globalmente.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IA en la medicina</dc:title>
  <dc:subject>PptxGenJS Presentation</dc:subject>
  <dc:creator>IliaGPT</dc:creator>
  <cp:lastModifiedBy>IliaGPT</cp:lastModifiedBy>
  <cp:revision>1</cp:revision>
  <dcterms:created xsi:type="dcterms:W3CDTF">2026-01-20T05:38:50Z</dcterms:created>
  <dcterms:modified xsi:type="dcterms:W3CDTF">2026-01-20T05:38:50Z</dcterms:modified>
</cp:coreProperties>
</file>