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en la medicina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 con AI por IliaGPT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D946E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Revolución de la IA en la Medicina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está transformando el diagnóstico y tratamiento.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la precisión en análisis de imágenes médicas.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 procesos, ahorrando tiempo y recursos.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Diagnósticos Más Rápidos y Precisos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detectan enfermedades en rayos X y resonancias.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patrones que los humanos podrían pasar por alto.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errores diagnósticos en un 30%.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Personalización de Tratamientos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analiza datos genéticos para terapias personalizadas.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Predice respuestas a medicamentos específicos.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resultados en tratamientos como el cáncer.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3108960" cy="384048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Asistentes Virtuales en Salud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Chatbots ofrecen soporte 24/7 a pacientes.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Resuelven dudas básicas y gestionan citas.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Reducen carga administrativa en hospitales.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Predicción de Enfermedades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IA anticipan brotes epidémicos.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Identifican riesgos individuales mediante datos históricos.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Permiten intervenciones preventivas más efectivas.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Ética y Desafíos de la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Preocupaciones sobre privacidad de datos médicos.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 de regulaciones claras y universales.</a:t>
            </a:r>
            <a:endParaRPr lang="en-US" sz="1800" dirty="0"/>
          </a:p>
          <a:p>
            <a:pPr>
              <a:spcAft>
                <a:spcPts val="1200"/>
              </a:spcAft>
            </a:pPr>
            <a:r>
              <a:rPr 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Equilibrio entre tecnología y toque humano.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IA en la medicina</dc:title>
  <dc:subject>PptxGenJS Presentation</dc:subject>
  <dc:creator>IliaGPT</dc:creator>
  <cp:lastModifiedBy>IliaGPT</cp:lastModifiedBy>
  <cp:revision>1</cp:revision>
  <dcterms:created xsi:type="dcterms:W3CDTF">2026-01-20T05:44:01Z</dcterms:created>
  <dcterms:modified xsi:type="dcterms:W3CDTF">2026-01-20T05:44:01Z</dcterms:modified>
</cp:coreProperties>
</file>