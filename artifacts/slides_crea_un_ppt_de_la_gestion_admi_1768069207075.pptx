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63636"/>
                </a:solidFill>
              </a:rPr>
              <a:t>crea un ppt de la gestion administrativa</a:t>
            </a:r>
            <a:endParaRPr lang="en-US" sz="3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63636"/>
                </a:solidFill>
              </a:rPr>
              <a:t>Content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</a:rPr>
              <a:t>crea un ppt de la gestion administrativa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crea un ppt de la gestion administrativa</dc:title>
  <dc:subject>PptxGenJS Presentation</dc:subject>
  <dc:creator>IliaGPT</dc:creator>
  <cp:lastModifiedBy>IliaGPT</cp:lastModifiedBy>
  <cp:revision>1</cp:revision>
  <dcterms:created xsi:type="dcterms:W3CDTF">2026-01-10T18:20:07Z</dcterms:created>
  <dcterms:modified xsi:type="dcterms:W3CDTF">2026-01-10T18:20:07Z</dcterms:modified>
</cp:coreProperties>
</file>