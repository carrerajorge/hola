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 con AI por IliaGPT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Inteligencia Artificial: El Futuro es Hoy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transforma industrias con soluciones innovadoras.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 tareas repetitivas, aumentando la eficiencia.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impacto abarca desde medicina hasta educación.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la Inteligencia Artificial?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IA: sistemas que imitan inteligencia humana.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Aprende, razona y resuelve problemas complejos.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Incluye machine learning y redes neuronales.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Aplicaciones Revolucionarias de la 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Asistentes como Siri y Alexa facilitan la vida.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Diagnósticos médicos más precisos con IA.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Personalización en marketing y comercio electrónico.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y Desafíos de la 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productividad y reduce costos operativos.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preocupaciones éticas y de privacidad.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de desempleo por automatización masiva.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Futuro de la IA: ¿Qué Nos Espera?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Innovaciones en transporte autónomo y sostenibilidad.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integración en nuestra vida diaria.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Necesidad de regulaciones para un uso responsable.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ia</dc:title>
  <dc:subject>PptxGenJS Presentation</dc:subject>
  <dc:creator>IliaGPT</dc:creator>
  <cp:lastModifiedBy>IliaGPT</cp:lastModifiedBy>
  <cp:revision>1</cp:revision>
  <dcterms:created xsi:type="dcterms:W3CDTF">2026-01-20T04:52:25Z</dcterms:created>
  <dcterms:modified xsi:type="dcterms:W3CDTF">2026-01-20T04:52:25Z</dcterms:modified>
</cp:coreProperties>
</file>