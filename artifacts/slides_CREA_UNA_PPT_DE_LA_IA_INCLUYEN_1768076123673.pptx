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INCLUYENDO GRAFICOS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por IliaGPT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Inteligencia Artificial (IA)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Inteligencia Artificial (IA) es una rama de la informática que busca simular el comportamiento humano mediante algoritmos.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disciplinas como el aprendizaje automático, el procesamiento del lenguaje natural y la visión por computador.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objetivo es automatizar tareas, mejorar la toma de decisiones y optimizar procesos.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tiene aplicaciones en múltiples sectores como la salud, la educación y la industria.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exploraremos su impacto y cómo los gráficos son una herramienta clave para su comprensión.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Inteligencia Artificial?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se basa en sistemas capaces de aprender, razonar y adaptarse a partir de datos.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 diferentes tipos: IA estrecha (tareas específicas), IA general (similar a la humana) y superinteligencia (teórica).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cotidianos incluyen asistentes virtuales como Siri y algoritmos de recomendación en plataformas como Netflix.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desarrollo depende de grandes volúmenes de datos y poder computacional avanzado.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los Gráficos en la 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gráficos y visualizaciones facilitan la interpretación de datos complejos generados por la IA.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Permiten identificar patrones, tendencias y anomalías en grandes conjuntos de información.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como gráficos de barras, líneas y mapas de calor son esenciales en análisis predictivo.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Ayudan a comunicar resultados de modelos de IA a audiencias no técnicas de manera efectiva.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de la IA con Visualización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marketing, la IA analiza datos de clientes y los gráficos muestran segmentaciones y comportamientos.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medicina, la IA diagnostica enfermedades y los gráficos visualizan estadísticas de pacientes o imágenes médicas.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finanzas, los gráficos basados en IA predicen tendencias del mercado y riesgos.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visualizaciones mejoran la transparencia y confianza en las decisiones impulsadas por IA.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para Gráficos en Proyectos de 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como Tableau y Power BI integran IA para crear visualizaciones dinámicas.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Bibliotecas de Python como Matplotlib y Seaborn son populares para gráficos personalizados en análisis de datos.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Data Studio permite generar informes visuales con datos procesados por IA.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herramientas convierten datos crudos en insights accionables mediante gráficos interactivos.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y Consideraciones Éticas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visualización de datos de IA debe ser precisa para evitar interpretaciones erróneas.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privacidad de los datos es crucial; los gráficos no deben exponer información sensible.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el riesgo de sesgos en los modelos de IA que se reflejan en las visualizaciones.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necesario educar a las audiencias sobre cómo interpretar gráficos basados en IA.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y Futuro de la IA con Gráficos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y los gráficos juntos transforman la manera en que entendemos y utilizamos los datos.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futuro apunta a visualizaciones más interactivas y en tiempo real impulsadas por IA.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adopción de estas tecnologías será clave para la innovación en todos los sectores.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Invitamos a explorar herramientas de IA y gráficos para potenciar decisiones estratégicas.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IA INCLUYENDO GRAFICOS</dc:title>
  <dc:subject>PptxGenJS Presentation</dc:subject>
  <dc:creator>IliaGPT</dc:creator>
  <cp:lastModifiedBy>IliaGPT</cp:lastModifiedBy>
  <cp:revision>1</cp:revision>
  <dcterms:created xsi:type="dcterms:W3CDTF">2026-01-10T20:15:41Z</dcterms:created>
  <dcterms:modified xsi:type="dcterms:W3CDTF">2026-01-10T20:15:41Z</dcterms:modified>
</cp:coreProperties>
</file>