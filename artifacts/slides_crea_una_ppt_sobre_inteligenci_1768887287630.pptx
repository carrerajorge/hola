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Revolución de la Inteligencia Artificial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transforma industrias con soluciones innovadoras.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repetitivas, ahorrando tiempo y recursos.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Impacta desde la salud hasta el entretenimiento.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Inteligencia Artificial?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que imita el razonamiento humano.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aprendizaje automático y procesamiento de datos.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basa en algoritmos y redes neuronales.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Clave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Asistentes virtuales como Siri y Alexa.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 autónomos que mejoran la movilidad.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Diagnósticos médicos más precisos y rápidos.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 Implementar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la eficiencia operativa en empresas.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errores humanos en procesos críticos.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 experiencias para usuarios finales.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y Ética en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Preocupaciones sobre privacidad y seguridad de datos.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sesgos en algoritmos entrenados.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regulaciones claras y éticas.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de la Inteligencia Artificial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más integrada en la vida diaria.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en creatividad y resolución de problemas.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 humano-máquina para un mundo mejor.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</dc:title>
  <dc:subject>PptxGenJS Presentation</dc:subject>
  <dc:creator>IliaGPT</dc:creator>
  <cp:lastModifiedBy>IliaGPT</cp:lastModifiedBy>
  <cp:revision>1</cp:revision>
  <dcterms:created xsi:type="dcterms:W3CDTF">2026-01-20T05:35:13Z</dcterms:created>
  <dcterms:modified xsi:type="dcterms:W3CDTF">2026-01-20T05:35:13Z</dcterms:modified>
</cp:coreProperties>
</file>