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administrativa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Presentación generada por IliaGPT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de enero de 2026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097280"/>
            <a:ext cx="2743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Analizar gestion administrativa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Revisar 10 fuentes académicas y web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Presentar hallazgos clave y visualizaciones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Principal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gestión administrativa en el desarrollo empresarial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administrativa eficiente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Satisfacción laboral en la gestión administrativa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interno y la gestión administrativa. Una revisión sistemática del 2020 al 2022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097280"/>
            <a:ext cx="2743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(cont.)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administrativa en unidades de gestión educativa: una revisión literaria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097280"/>
            <a:ext cx="2743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de gestion administrativa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 de gráfica: bar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ilustrativos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10 fuentes sobre gestion administrativa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Basado en 10 fuentes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visualizaciones generadas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Referencias (APA 7ma ed.)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Casco, RGR Garrido… (2017). La gestión administrativa en el desarrollo empresarial. Recuperado de https://www.contribucionesalaeconomia.com/index.php/contribuciones-economia/article/download/1950/2109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NGS Barba, CPG Salguero (2018). Gestión administrativa eficiente. Recuperado de https://dialnet.unirioja.es/servlet/articulo?codigo=9584287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 Meléndez, JMD Bardales (2020). Satisfacción laboral en la gestión administrativa. Recuperado de https://ciencialatina.org/index.php/cienciala/article/view/176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DFP Barreto (2023). Control interno y la gestión administrativa. Una revisión sistemática del 2020 al 2022. Recuperado de https://ciencialatina.org/index.php/cienciala/article/view/4918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 Peralta Tapia, E Horna Torres, E Horna Torres… (2023). Gestión administrativa en unidades de gestión educativa: una revisión literaria. Recuperado de https://www.scielo.sa.cr/scielo.php?script=sci_arttext&amp;pid=S2215-26442023000100663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DKP Ponce, MRS Chancay… (2022). Gestión administrativa y su impacto en la calidad del servicio. Recuperado de https://dialnet.unirioja.es/servlet/articulo?codigo=8878582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Concepto. (2026). Gestión administrativa - Concepto, funciones y características. Recuperado de https://concepto.de/gestion-administrativa/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Enciclopendia. (2023). Gestión Administrativa: Concepto y funciones clave para el éxito .... Recuperado de https://enciclopendia.com/gestion-administrativa-concepto-y-funciones-clave-para-el-exito-empresarial/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Deusto. (2024). ¿Qué es la gestión administrativa? ¡Toma nota! - Deusto. Recuperado de https://www.deustoformacion.com/blog/gestion-empresas/que-es-gestion-administrativa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Web. (2026). ¿Qué es la Gestión Administrativa? | Definición y Funciones. Recuperado de https://financionario.com/definicion-gestion-administrativa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administrativa</dc:title>
  <dc:subject>PptxGenJS Presentation</dc:subject>
  <dc:creator>IliaGPT</dc:creator>
  <cp:lastModifiedBy>IliaGPT</cp:lastModifiedBy>
  <cp:revision>1</cp:revision>
  <dcterms:created xsi:type="dcterms:W3CDTF">2026-01-10T20:53:42Z</dcterms:created>
  <dcterms:modified xsi:type="dcterms:W3CDTF">2026-01-10T20:53:42Z</dcterms:modified>
</cp:coreProperties>
</file>