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Revolución de la Inteligencia Artificial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está transformando industrias y vidas diarias.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complejas con precisión y rapidez.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impacto abarca desde medicina hasta entretenimiento.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Inteligencia Artificial?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que imita el razonamiento humano.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aprendizaje automático y procesamiento de datos.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basa en algoritmos y modelos predictivos.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Prácticas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Asistentes virtuales como Siri y Alexa.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Diagnósticos médicos más rápidos y precisos.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personalizadas en streaming y compras.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 Implementar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 la eficiencia operativa en empresas.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costos mediante la automatización.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toma de decisiones con datos.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y Ética en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Preocupaciones sobre privacidad y seguridad de datos.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sesgos en algoritmos entrenados.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regulaciones éticas claras.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de la Inteligencia Artificial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Innovaciones en IA generativa y robótica.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en educación y sostenibilidad global.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para resolver problemas complejos de humanidad.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</dc:title>
  <dc:subject>PptxGenJS Presentation</dc:subject>
  <dc:creator>IliaGPT</dc:creator>
  <cp:lastModifiedBy>IliaGPT</cp:lastModifiedBy>
  <cp:revision>1</cp:revision>
  <dcterms:created xsi:type="dcterms:W3CDTF">2026-01-20T05:12:43Z</dcterms:created>
  <dcterms:modified xsi:type="dcterms:W3CDTF">2026-01-20T05:12:43Z</dcterms:modified>
</cp:coreProperties>
</file>