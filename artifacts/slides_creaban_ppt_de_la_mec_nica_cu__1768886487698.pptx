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mecánica cuántica en 10 ppts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Revolución de la Mecánica Cuántica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la física moderna del siglo XX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comportamientos en escalas subatómicas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con las leyes clásicas de Newton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Mecánica Cuántica?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 partículas como electrones y fotones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conceptos de probabilidad y dualidad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Fundamentada por Planck, Einstein y Schrödinger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Superposición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Partículas existen en múltiples estados simultáneamente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se definen al ser observadas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icónico: experimento del gato de Schrödinger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Entrelazamiento Cuántico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Partículas correlacionadas sin importar la distancia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transferida instantáneamente entre ellas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tecnologías como la computación cuántica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en el Mundo Moderno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Revoluciona la criptografía y seguridad digital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 en simulaciones químicas y biológicas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 la inteligencia artificial y big data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Futuro Cuántico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Promete resolver problemas aún inimaginables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Desafía nuestra comprensión del universo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 la próxima generación de innovadores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mecánica cuántica en 10 ppts</dc:title>
  <dc:subject>PptxGenJS Presentation</dc:subject>
  <dc:creator>IliaGPT</dc:creator>
  <cp:lastModifiedBy>IliaGPT</cp:lastModifiedBy>
  <cp:revision>1</cp:revision>
  <dcterms:created xsi:type="dcterms:W3CDTF">2026-01-20T05:21:59Z</dcterms:created>
  <dcterms:modified xsi:type="dcterms:W3CDTF">2026-01-20T05:21:59Z</dcterms:modified>
</cp:coreProperties>
</file>