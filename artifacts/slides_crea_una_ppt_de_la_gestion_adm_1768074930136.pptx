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gestion administrativa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por IliaGPT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Gestión Administrativa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gestión administrativa es el proceso de planificar, organizar, dirigir y controlar recursos para alcanzar objetivos organizacionales.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 la coordinación de actividades, personas y procesos dentro de una empresa u organización.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fundamental para garantizar la eficiencia y eficacia en el uso de recursos.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objetivo principal es optimizar el funcionamiento de la organización.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de la Gestión Administrativa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una mejor toma de decisiones basada en datos y análisis.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Ayuda a reducir costos operativos mediante la optimización de procesos.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la comunicación y coordinación entre departamentos.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Contribuye al logro de metas a corto, mediano y largo plazo.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Fomenta un ambiente laboral organizado y productivo.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Clave de la Gestión Administrativa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**Planificación**: Definir objetivos y estrategias para alcanzarlos.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**Organización**: Estructurar recursos y tareas de manera eficiente.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**Dirección**: Liderar y motivar al equipo para cumplir con los planes establecidos.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**Control**: Monitorear y evaluar el desempeño para corregir desviaciones.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**Coordinación**: Asegurar que todas las áreas trabajen en armonía.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para la Gestión Administrativa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 gestión como ERP (Enterprise Resource Planning) para integrar procesos.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de gestión documental para organizar y almacenar información.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comunicación como correo electrónico y plataformas colaborativas.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Tableros de control y KPIs para medir el rendimiento.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de planificación como calendarios digitales y gestores de tareas.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Desafíos en la Gestión Administrativa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Adaptarse a los cambios tecnológicos y digitales en el entorno empresarial.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 la resistencia al cambio por parte de los empleados.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Manejar la sobrecarga de información y priorizar tareas críticas.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la motivación y el compromiso del equipo humano.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Equilibrar los recursos limitados con las demandas organizacionales.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de una Gestión Administrativa Eficiente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Incremento de la productividad y reducción de tiempos muertos.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en la calidad de los productos o servicios ofrecidos.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satisfacción de los empleados y clientes.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Fortalecimiento de la competitividad en el mercado.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Sostenibilidad a largo plazo para la organización.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gestion administrativa</dc:title>
  <dc:subject>PptxGenJS Presentation</dc:subject>
  <dc:creator>IliaGPT</dc:creator>
  <cp:lastModifiedBy>IliaGPT</cp:lastModifiedBy>
  <cp:revision>1</cp:revision>
  <dcterms:created xsi:type="dcterms:W3CDTF">2026-01-10T19:55:38Z</dcterms:created>
  <dcterms:modified xsi:type="dcterms:W3CDTF">2026-01-10T19:55:38Z</dcterms:modified>
</cp:coreProperties>
</file>